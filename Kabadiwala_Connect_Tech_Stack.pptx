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Kabadiwala Connect</a:t>
            </a:r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informal e-waste collector  ↔  authorized recycler platform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47120" cy="960120"/>
          </a:xfrm>
          <a:prstGeom prst="roundRect">
            <a:avLst>
              <a:gd name="adj" fmla="val 15238"/>
            </a:avLst>
          </a:prstGeom>
          <a:solidFill>
            <a:srgbClr val="FCE7D8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485900"/>
            <a:ext cx="260604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AEB6C4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9808" y="148590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27348" y="1394460"/>
            <a:ext cx="969264" cy="548640"/>
          </a:xfrm>
          <a:prstGeom prst="roundRect">
            <a:avLst>
              <a:gd name="adj" fmla="val 16667"/>
            </a:avLst>
          </a:prstGeom>
          <a:solidFill>
            <a:srgbClr val="61DAFB"/>
          </a:solidFill>
          <a:ln/>
          <a:effectLst>
            <a:outerShdw sx="100000" sy="100000" kx="0" ky="0" algn="bl" rotWithShape="0" blurRad="50800" dist="25400" dir="5400000">
              <a:srgbClr val="9AA3B2">
                <a:alpha val="3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890772" y="139446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19796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18.3 · UI library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27548" y="1394460"/>
            <a:ext cx="969264" cy="548640"/>
          </a:xfrm>
          <a:prstGeom prst="roundRect">
            <a:avLst>
              <a:gd name="adj" fmla="val 16667"/>
            </a:avLst>
          </a:prstGeom>
          <a:solidFill>
            <a:srgbClr val="646CFF"/>
          </a:solidFill>
          <a:ln/>
          <a:effectLst>
            <a:outerShdw sx="100000" sy="100000" kx="0" ky="0" algn="bl" rotWithShape="0" blurRad="50800" dist="25400" dir="5400000">
              <a:srgbClr val="9AA3B2">
                <a:alpha val="3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490972" y="139446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9796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· build tool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27748" y="1394460"/>
            <a:ext cx="969264" cy="54864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  <a:effectLst>
            <a:outerShdw sx="100000" sy="100000" kx="0" ky="0" algn="bl" rotWithShape="0" blurRad="50800" dist="25400" dir="5400000">
              <a:srgbClr val="9AA3B2">
                <a:alpha val="3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091172" y="139446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19796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· CSS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613648" y="1353312"/>
            <a:ext cx="29992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6 · Recharts · custom i18n (Hindi / Marathi / English) · mobile-first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386584"/>
            <a:ext cx="11247120" cy="960120"/>
          </a:xfrm>
          <a:prstGeom prst="roundRect">
            <a:avLst>
              <a:gd name="adj" fmla="val 15238"/>
            </a:avLst>
          </a:prstGeom>
          <a:solidFill>
            <a:srgbClr val="E4F1E4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2574036"/>
            <a:ext cx="260604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AEB6C4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49808" y="2574036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27398" y="2482596"/>
            <a:ext cx="969264" cy="548640"/>
          </a:xfrm>
          <a:prstGeom prst="roundRect">
            <a:avLst>
              <a:gd name="adj" fmla="val 16667"/>
            </a:avLst>
          </a:prstGeom>
          <a:solidFill>
            <a:srgbClr val="5FA04E"/>
          </a:solidFill>
          <a:ln/>
          <a:effectLst>
            <a:outerShdw sx="100000" sy="100000" kx="0" ky="0" algn="bl" rotWithShape="0" blurRad="50800" dist="25400" dir="5400000">
              <a:srgbClr val="9AA3B2">
                <a:alpha val="3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290822" y="2482596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3067812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v22 · runtime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27698" y="2482596"/>
            <a:ext cx="969264" cy="5486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/>
          <a:effectLst>
            <a:outerShdw sx="100000" sy="100000" kx="0" ky="0" algn="bl" rotWithShape="0" blurRad="50800" dist="25400" dir="5400000">
              <a:srgbClr val="9AA3B2">
                <a:alpha val="3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691122" y="2482596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012180" y="3067812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4.21 · REST API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613648" y="2441448"/>
            <a:ext cx="29992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REST API — routes → controllers → services → Prisma · Helmet · CORS · logging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474720"/>
            <a:ext cx="11247120" cy="960120"/>
          </a:xfrm>
          <a:prstGeom prst="roundRect">
            <a:avLst>
              <a:gd name="adj" fmla="val 15238"/>
            </a:avLst>
          </a:prstGeom>
          <a:solidFill>
            <a:srgbClr val="DCEAF6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" y="3662172"/>
            <a:ext cx="260604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AEB6C4">
                <a:alpha val="3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49808" y="3662172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ORM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27398" y="3570732"/>
            <a:ext cx="969264" cy="548640"/>
          </a:xfrm>
          <a:prstGeom prst="roundRect">
            <a:avLst>
              <a:gd name="adj" fmla="val 16667"/>
            </a:avLst>
          </a:prstGeom>
          <a:solidFill>
            <a:srgbClr val="336791"/>
          </a:solidFill>
          <a:ln/>
          <a:effectLst>
            <a:outerShdw sx="100000" sy="100000" kx="0" ky="0" algn="bl" rotWithShape="0" blurRad="50800" dist="25400" dir="5400000">
              <a:srgbClr val="9AA3B2">
                <a:alpha val="3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4290822" y="3570732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3611880" y="4155948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database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27698" y="3570732"/>
            <a:ext cx="969264" cy="548640"/>
          </a:xfrm>
          <a:prstGeom prst="roundRect">
            <a:avLst>
              <a:gd name="adj" fmla="val 16667"/>
            </a:avLst>
          </a:prstGeom>
          <a:solidFill>
            <a:srgbClr val="2D3748"/>
          </a:solidFill>
          <a:ln/>
          <a:effectLst>
            <a:outerShdw sx="100000" sy="100000" kx="0" ky="0" algn="bl" rotWithShape="0" blurRad="50800" dist="25400" dir="5400000">
              <a:srgbClr val="9AA3B2">
                <a:alpha val="3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691122" y="3570732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012180" y="4155948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ORM + client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613648" y="3529584"/>
            <a:ext cx="29992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Raw-SQL schema mirrored 1:1 in Prisma · UUID keys · typed enums · seed data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562856"/>
            <a:ext cx="11247120" cy="960120"/>
          </a:xfrm>
          <a:prstGeom prst="roundRect">
            <a:avLst>
              <a:gd name="adj" fmla="val 15238"/>
            </a:avLst>
          </a:prstGeom>
          <a:solidFill>
            <a:srgbClr val="E7E1F5"/>
          </a:solidFill>
          <a:ln/>
        </p:spPr>
      </p:sp>
      <p:sp>
        <p:nvSpPr>
          <p:cNvPr id="38" name="Shape 36"/>
          <p:cNvSpPr/>
          <p:nvPr/>
        </p:nvSpPr>
        <p:spPr>
          <a:xfrm>
            <a:off x="658368" y="4750308"/>
            <a:ext cx="260604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AEB6C4">
                <a:alpha val="3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749808" y="4750308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Security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927348" y="4658868"/>
            <a:ext cx="969264" cy="5486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/>
          <a:effectLst>
            <a:outerShdw sx="100000" sy="100000" kx="0" ky="0" algn="bl" rotWithShape="0" blurRad="50800" dist="25400" dir="5400000">
              <a:srgbClr val="9AA3B2">
                <a:alpha val="3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3890772" y="4658868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3611880" y="524408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jsonwebtoken 9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27548" y="4658868"/>
            <a:ext cx="969264" cy="54864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/>
          <a:effectLst>
            <a:outerShdw sx="100000" sy="100000" kx="0" ky="0" algn="bl" rotWithShape="0" blurRad="50800" dist="25400" dir="5400000">
              <a:srgbClr val="9AA3B2">
                <a:alpha val="32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5490972" y="4658868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5212080" y="524408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127748" y="4658868"/>
            <a:ext cx="969264" cy="548640"/>
          </a:xfrm>
          <a:prstGeom prst="roundRect">
            <a:avLst>
              <a:gd name="adj" fmla="val 16667"/>
            </a:avLst>
          </a:prstGeom>
          <a:solidFill>
            <a:srgbClr val="3E67B1"/>
          </a:solidFill>
          <a:ln/>
          <a:effectLst>
            <a:outerShdw sx="100000" sy="100000" kx="0" ky="0" algn="bl" rotWithShape="0" blurRad="50800" dist="25400" dir="5400000">
              <a:srgbClr val="9AA3B2">
                <a:alpha val="32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7091172" y="4658868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6812280" y="524408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8613648" y="4617720"/>
            <a:ext cx="29992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— Collector · Recycler · Admin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5650992"/>
            <a:ext cx="11247120" cy="960120"/>
          </a:xfrm>
          <a:prstGeom prst="roundRect">
            <a:avLst>
              <a:gd name="adj" fmla="val 15238"/>
            </a:avLst>
          </a:prstGeom>
          <a:solidFill>
            <a:srgbClr val="FBE0EA"/>
          </a:solidFill>
          <a:ln/>
        </p:spPr>
      </p:sp>
      <p:sp>
        <p:nvSpPr>
          <p:cNvPr id="51" name="Shape 49"/>
          <p:cNvSpPr/>
          <p:nvPr/>
        </p:nvSpPr>
        <p:spPr>
          <a:xfrm>
            <a:off x="658368" y="5838444"/>
            <a:ext cx="260604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AEB6C4">
                <a:alpha val="30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749808" y="5838444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 &amp; Testing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927348" y="5747004"/>
            <a:ext cx="969264" cy="548640"/>
          </a:xfrm>
          <a:prstGeom prst="roundRect">
            <a:avLst>
              <a:gd name="adj" fmla="val 16667"/>
            </a:avLst>
          </a:prstGeom>
          <a:solidFill>
            <a:srgbClr val="F05032"/>
          </a:solidFill>
          <a:ln/>
          <a:effectLst>
            <a:outerShdw sx="100000" sy="100000" kx="0" ky="0" algn="bl" rotWithShape="0" blurRad="50800" dist="25400" dir="5400000">
              <a:srgbClr val="9AA3B2">
                <a:alpha val="32000"/>
              </a:srgbClr>
            </a:outerShdw>
          </a:effectLst>
        </p:spPr>
      </p:sp>
      <p:sp>
        <p:nvSpPr>
          <p:cNvPr id="54" name="Text 52"/>
          <p:cNvSpPr txBox="1"/>
          <p:nvPr/>
        </p:nvSpPr>
        <p:spPr>
          <a:xfrm>
            <a:off x="3890772" y="5747004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3611880" y="63322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527548" y="5747004"/>
            <a:ext cx="969264" cy="54864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/>
          <a:effectLst>
            <a:outerShdw sx="100000" sy="100000" kx="0" ky="0" algn="bl" rotWithShape="0" blurRad="50800" dist="25400" dir="5400000">
              <a:srgbClr val="9AA3B2">
                <a:alpha val="32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5490972" y="5747004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ImageKit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5212080" y="63322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(Multer)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127748" y="5747004"/>
            <a:ext cx="969264" cy="54864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  <a:effectLst>
            <a:outerShdw sx="100000" sy="100000" kx="0" ky="0" algn="bl" rotWithShape="0" blurRad="50800" dist="25400" dir="5400000">
              <a:srgbClr val="9AA3B2">
                <a:alpha val="32000"/>
              </a:srgbClr>
            </a:outerShdw>
          </a:effectLst>
        </p:spPr>
      </p:sp>
      <p:sp>
        <p:nvSpPr>
          <p:cNvPr id="60" name="Text 58"/>
          <p:cNvSpPr txBox="1"/>
          <p:nvPr/>
        </p:nvSpPr>
        <p:spPr>
          <a:xfrm>
            <a:off x="7091172" y="5747004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node:test</a:t>
            </a:r>
            <a:endParaRPr lang="en-US" sz="1250" dirty="0"/>
          </a:p>
        </p:txBody>
      </p:sp>
      <p:sp>
        <p:nvSpPr>
          <p:cNvPr id="61" name="Text 59"/>
          <p:cNvSpPr txBox="1"/>
          <p:nvPr/>
        </p:nvSpPr>
        <p:spPr>
          <a:xfrm>
            <a:off x="6812280" y="63322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e2e tests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8613648" y="5705856"/>
            <a:ext cx="29992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node-cron scheduled jobs · Vite production build · Node built-in test runner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457200" y="6565392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0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from project manifests — package.json, prisma/schema.prisma, .env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2026-09-08T12:10:13Z</dcterms:created>
  <dcterms:modified xsi:type="dcterms:W3CDTF">2026-09-08T12:10:13Z</dcterms:modified>
</cp:coreProperties>
</file>